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Montserrat" panose="020B0604020202020204" charset="0"/>
      <p:regular r:id="rId13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F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7318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754749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Semana 15: Lo que me marcó y me transformó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44709" y="5111710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EF72DA6-8F0F-43C2-B525-7C81A694B27E}"/>
              </a:ext>
            </a:extLst>
          </p:cNvPr>
          <p:cNvSpPr/>
          <p:nvPr/>
        </p:nvSpPr>
        <p:spPr>
          <a:xfrm>
            <a:off x="12590585" y="7707086"/>
            <a:ext cx="1949380" cy="40193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530912"/>
            <a:ext cx="7627382" cy="1455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 que más me tocó emocionalmente </a:t>
            </a: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💬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311729"/>
            <a:ext cx="762738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experiencia que me marcó fue cuando en tutoría compartimos nuestras metas y miedos. Escuchar a mis compañeros me ayudó a ver la vida desde otras perspectivas y me hizo valorar el poder de abrirse emocionalmente.</a:t>
            </a:r>
            <a:endParaRPr lang="en-US" sz="17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3AF25C-BD19-4734-A317-C38DF3C01FC2}"/>
              </a:ext>
            </a:extLst>
          </p:cNvPr>
          <p:cNvSpPr/>
          <p:nvPr/>
        </p:nvSpPr>
        <p:spPr>
          <a:xfrm>
            <a:off x="12590585" y="7707086"/>
            <a:ext cx="1949380" cy="40193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318022"/>
            <a:ext cx="5800011" cy="743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¿Qué cambió en mí? </a:t>
            </a: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✨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386132"/>
            <a:ext cx="541615" cy="5416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44709" y="31984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Confianza Renovada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44709" y="3684627"/>
            <a:ext cx="36783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Hoy tengo más confianza en mis decisiones.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3774" y="2386132"/>
            <a:ext cx="541615" cy="5416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193774" y="31984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Aceptación del Error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193774" y="3684627"/>
            <a:ext cx="36783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Entendí que equivocarme es parte del proceso.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09" y="4919663"/>
            <a:ext cx="541615" cy="5416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44709" y="573202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Fortaleza Interior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244709" y="6218158"/>
            <a:ext cx="36783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Aprendí que soy más fuerte de lo que pensaba.</a:t>
            </a:r>
            <a:endParaRPr lang="en-US" sz="17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E7B556D-81B2-4A22-8ED2-1B3FC61974F2}"/>
              </a:ext>
            </a:extLst>
          </p:cNvPr>
          <p:cNvSpPr/>
          <p:nvPr/>
        </p:nvSpPr>
        <p:spPr>
          <a:xfrm>
            <a:off x="12590585" y="7707086"/>
            <a:ext cx="1949380" cy="40193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739140"/>
            <a:ext cx="670691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Muro simbólico de gratitud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1776770"/>
            <a:ext cx="7627382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61284" y="199334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 Profesor Garamendi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61284" y="2479477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Gracias por su confianza y consejos. Me ayudó a creer en mí.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4709" y="3259336"/>
            <a:ext cx="7627382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61284" y="347591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 mí mismo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61284" y="3962043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no rendirme y seguir adelante.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4741902"/>
            <a:ext cx="7627382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61284" y="495847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 la vida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61284" y="5444609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enseñarme que cada reto deja una lección.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4709" y="6224468"/>
            <a:ext cx="7627382" cy="1265992"/>
          </a:xfrm>
          <a:prstGeom prst="roundRect">
            <a:avLst>
              <a:gd name="adj" fmla="val 15403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61284" y="64410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 quien lo necesite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61284" y="6927175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Sigue, lo estás haciendo bien aunque no lo veas.</a:t>
            </a:r>
            <a:endParaRPr lang="en-US" sz="17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691C838-2FC6-47AE-8F02-61B973C2FBDC}"/>
              </a:ext>
            </a:extLst>
          </p:cNvPr>
          <p:cNvSpPr/>
          <p:nvPr/>
        </p:nvSpPr>
        <p:spPr>
          <a:xfrm>
            <a:off x="12590585" y="7707086"/>
            <a:ext cx="1949380" cy="40193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2686" y="418505"/>
            <a:ext cx="4052530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 recorrido emocional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86" y="1223486"/>
            <a:ext cx="13565029" cy="7596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2686" y="8991005"/>
            <a:ext cx="13565029" cy="24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Comenzar algo nuevo siempre reta, el estrés apareció, pero la conexión y la motivación me llevaron a la gratitud y la confianza.</a:t>
            </a:r>
            <a:endParaRPr lang="en-US" sz="115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7120F2A-A379-4738-B1DC-897F9E0D87EA}"/>
              </a:ext>
            </a:extLst>
          </p:cNvPr>
          <p:cNvSpPr/>
          <p:nvPr/>
        </p:nvSpPr>
        <p:spPr>
          <a:xfrm>
            <a:off x="12590585" y="7707086"/>
            <a:ext cx="1949380" cy="40193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832140"/>
            <a:ext cx="718697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Gracias, profesor Garamendi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083231" y="4113490"/>
            <a:ext cx="730246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“Su guía, confianza y consejos me ayudaron a crecer no solo como estudiante, sino como persona. Gracias por creer en mí cuando más lo necesitaba.”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3869769"/>
            <a:ext cx="30480" cy="1527572"/>
          </a:xfrm>
          <a:prstGeom prst="rect">
            <a:avLst/>
          </a:prstGeom>
          <a:solidFill>
            <a:srgbClr val="7068F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222</Words>
  <Application>Microsoft Office PowerPoint</Application>
  <PresentationFormat>Personalizado</PresentationFormat>
  <Paragraphs>30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Calibri</vt:lpstr>
      <vt:lpstr>Arial</vt:lpstr>
      <vt:lpstr>Barlow Bold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Alumno</dc:creator>
  <cp:lastModifiedBy>Alumno</cp:lastModifiedBy>
  <cp:revision>2</cp:revision>
  <dcterms:created xsi:type="dcterms:W3CDTF">2025-06-24T18:38:09Z</dcterms:created>
  <dcterms:modified xsi:type="dcterms:W3CDTF">2025-06-24T18:39:49Z</dcterms:modified>
</cp:coreProperties>
</file>