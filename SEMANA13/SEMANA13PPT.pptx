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Patrick Hand" panose="020F0502020204030204" pitchFamily="2" charset="0"/>
      <p:regular r:id="rId13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0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875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744986"/>
            <a:ext cx="7415927" cy="126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🧠</a:t>
            </a: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Semana 13: ¿Estoy más cerca de mi propósito? </a:t>
            </a:r>
            <a:r>
              <a:rPr lang="en-US" sz="3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🧭💭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50437" y="4379952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Diario de Transformación y Línea del Tiempo Emocional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50437" y="5071110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057" y="5078730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716" y="5052655"/>
            <a:ext cx="4068128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atrick Hand Bold" pitchFamily="34" charset="0"/>
                <a:ea typeface="Patrick Hand Bold" pitchFamily="34" charset="-122"/>
                <a:cs typeface="Patrick Hand Bold" pitchFamily="34" charset="-120"/>
              </a:rPr>
              <a:t>por Melanie Alejandra Nieves Chavez</a:t>
            </a:r>
            <a:endParaRPr lang="en-US" sz="24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A382824-5D29-84EE-BA71-68349B03427A}"/>
              </a:ext>
            </a:extLst>
          </p:cNvPr>
          <p:cNvSpPr/>
          <p:nvPr/>
        </p:nvSpPr>
        <p:spPr>
          <a:xfrm>
            <a:off x="12670971" y="7498080"/>
            <a:ext cx="1959429" cy="7315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977866"/>
            <a:ext cx="6739414" cy="632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✍️</a:t>
            </a: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Parte 1: Diario de Transformación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4037" y="322730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Antes del ciclo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378273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Dudaba de mí misma.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39995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Preocupada por expectativas ajenas.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501717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Miedo al juicio y a equivocarme.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322730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Hoy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378273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Pasos firmes hacia autenticidad.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439995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Pongo límites, celebro esfuerzos.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501717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Confío en mis decisiones.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23929" y="563439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Más libre y consciente.</a:t>
            </a:r>
            <a:endParaRPr lang="en-US" sz="19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1A6E0A2-4FD9-F033-0C69-AAE05C8DFF81}"/>
              </a:ext>
            </a:extLst>
          </p:cNvPr>
          <p:cNvSpPr/>
          <p:nvPr/>
        </p:nvSpPr>
        <p:spPr>
          <a:xfrm>
            <a:off x="12670971" y="7498080"/>
            <a:ext cx="1959429" cy="7315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232541"/>
            <a:ext cx="6365200" cy="632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🌸</a:t>
            </a: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Lo que descubrí sobre mí misma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350437" y="3235166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2"/>
          <p:cNvSpPr/>
          <p:nvPr/>
        </p:nvSpPr>
        <p:spPr>
          <a:xfrm>
            <a:off x="7152680" y="331993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Vulnerabilidad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152680" y="3776663"/>
            <a:ext cx="27514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 es debilidad, es valentía.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212705" y="3235166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11014948" y="331993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Autenticidad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014948" y="3776663"/>
            <a:ext cx="275141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Aprendiendo a mostrarme tal como soy.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437" y="506051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7152680" y="5145286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Propósito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152680" y="5602010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 siento más cerca de mi propósito.</a:t>
            </a:r>
            <a:endParaRPr lang="en-US" sz="19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E731B88-CF54-0C8A-0AA4-0085EB493969}"/>
              </a:ext>
            </a:extLst>
          </p:cNvPr>
          <p:cNvSpPr/>
          <p:nvPr/>
        </p:nvSpPr>
        <p:spPr>
          <a:xfrm>
            <a:off x="12670971" y="7498080"/>
            <a:ext cx="1959429" cy="7315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979" y="569952"/>
            <a:ext cx="6429494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📸</a:t>
            </a:r>
            <a:r>
              <a:rPr lang="en-US" sz="32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Parte 2: Mi Línea del Tiempo Emocional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84979" y="1517809"/>
            <a:ext cx="13060323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Cada semana, un hito en mi crecimiento.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8103" y="2082522"/>
            <a:ext cx="22860" cy="5588675"/>
          </a:xfrm>
          <a:prstGeom prst="roundRect">
            <a:avLst>
              <a:gd name="adj" fmla="val 38079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228368" y="2304217"/>
            <a:ext cx="621744" cy="22860"/>
          </a:xfrm>
          <a:prstGeom prst="roundRect">
            <a:avLst>
              <a:gd name="adj" fmla="val 38079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784979" y="2082522"/>
            <a:ext cx="466249" cy="466249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893802" y="2160210"/>
            <a:ext cx="248602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4423" y="2153722"/>
            <a:ext cx="2072521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Comienzo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54423" y="2537103"/>
            <a:ext cx="11790878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Ciclo universitario.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28368" y="3504843"/>
            <a:ext cx="621744" cy="22860"/>
          </a:xfrm>
          <a:prstGeom prst="roundRect">
            <a:avLst>
              <a:gd name="adj" fmla="val 38079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784979" y="3283148"/>
            <a:ext cx="466249" cy="466249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893802" y="3360837"/>
            <a:ext cx="248602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054423" y="3354348"/>
            <a:ext cx="2072521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Exposición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54423" y="3737729"/>
            <a:ext cx="11790878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Enfrentar miedos.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28368" y="4705469"/>
            <a:ext cx="621744" cy="22860"/>
          </a:xfrm>
          <a:prstGeom prst="roundRect">
            <a:avLst>
              <a:gd name="adj" fmla="val 38079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784979" y="4483775"/>
            <a:ext cx="466249" cy="466249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93802" y="4561463"/>
            <a:ext cx="248602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054423" y="4554974"/>
            <a:ext cx="2072521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Conflicto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54423" y="4938355"/>
            <a:ext cx="11790878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Diálogo sincero.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28368" y="5906095"/>
            <a:ext cx="621744" cy="22860"/>
          </a:xfrm>
          <a:prstGeom prst="roundRect">
            <a:avLst>
              <a:gd name="adj" fmla="val 38079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84979" y="5684401"/>
            <a:ext cx="466249" cy="466249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893802" y="5762089"/>
            <a:ext cx="248602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4423" y="5755600"/>
            <a:ext cx="2072521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Reflexión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54423" y="6138982"/>
            <a:ext cx="11790878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Conexión interna.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28368" y="7106722"/>
            <a:ext cx="621744" cy="22860"/>
          </a:xfrm>
          <a:prstGeom prst="roundRect">
            <a:avLst>
              <a:gd name="adj" fmla="val 38079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784979" y="6885027"/>
            <a:ext cx="466249" cy="466249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893802" y="6962715"/>
            <a:ext cx="248602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5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2054423" y="6956227"/>
            <a:ext cx="2072521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Descanso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54423" y="7339608"/>
            <a:ext cx="11790878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Cuidarme es avanzar.</a:t>
            </a:r>
            <a:endParaRPr lang="en-US" sz="160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2D64DC7-D758-923D-3229-E3FF8746F0F5}"/>
              </a:ext>
            </a:extLst>
          </p:cNvPr>
          <p:cNvSpPr/>
          <p:nvPr/>
        </p:nvSpPr>
        <p:spPr>
          <a:xfrm>
            <a:off x="12670971" y="7498080"/>
            <a:ext cx="1959429" cy="7315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4468535"/>
            <a:ext cx="4937760" cy="632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📍</a:t>
            </a: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Semana 1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864037" y="5471160"/>
            <a:ext cx="4136231" cy="1375886"/>
          </a:xfrm>
          <a:prstGeom prst="roundRect">
            <a:avLst>
              <a:gd name="adj" fmla="val 7536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2"/>
          <p:cNvSpPr/>
          <p:nvPr/>
        </p:nvSpPr>
        <p:spPr>
          <a:xfrm>
            <a:off x="1126093" y="5733217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Ocurrió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26093" y="6189940"/>
            <a:ext cx="361211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Comienzo del ciclo universitario.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47084" y="5471160"/>
            <a:ext cx="4136231" cy="1375886"/>
          </a:xfrm>
          <a:prstGeom prst="roundRect">
            <a:avLst>
              <a:gd name="adj" fmla="val 7536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5509141" y="5733217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Sentí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509141" y="6189940"/>
            <a:ext cx="361211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Ansiedad y dudas internas.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630132" y="5471160"/>
            <a:ext cx="4136231" cy="1375886"/>
          </a:xfrm>
          <a:prstGeom prst="roundRect">
            <a:avLst>
              <a:gd name="adj" fmla="val 7536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9892189" y="5733217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Aprendí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892189" y="6189940"/>
            <a:ext cx="361211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Puedo avanzar sin tener todo claro.</a:t>
            </a:r>
            <a:endParaRPr lang="en-US" sz="19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6D8867B-5ACD-0011-600B-ABB32CD647FB}"/>
              </a:ext>
            </a:extLst>
          </p:cNvPr>
          <p:cNvSpPr/>
          <p:nvPr/>
        </p:nvSpPr>
        <p:spPr>
          <a:xfrm>
            <a:off x="12684034" y="7498080"/>
            <a:ext cx="1959429" cy="7315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391602"/>
            <a:ext cx="4937760" cy="632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📍</a:t>
            </a: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Semana 3</a:t>
            </a:r>
            <a:endParaRPr lang="en-US" sz="3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37" y="2394228"/>
            <a:ext cx="1234440" cy="14812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55161" y="264104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Ocurrió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7955161" y="3097768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Exposición difícil.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437" y="3875484"/>
            <a:ext cx="1234440" cy="14812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55161" y="4122301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Sentí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7955161" y="4579025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Insegura, pero orgullosa al terminar.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437" y="5356741"/>
            <a:ext cx="1234440" cy="14812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55161" y="560355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Aprendí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955161" y="6060281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Enfrentar miedos me hace crecer.</a:t>
            </a:r>
            <a:endParaRPr lang="en-US" sz="19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CF080F3-0717-F42E-3FB6-E4791E6EF661}"/>
              </a:ext>
            </a:extLst>
          </p:cNvPr>
          <p:cNvSpPr/>
          <p:nvPr/>
        </p:nvSpPr>
        <p:spPr>
          <a:xfrm>
            <a:off x="12684034" y="7498080"/>
            <a:ext cx="1959429" cy="7315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93852"/>
            <a:ext cx="4937760" cy="632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📍</a:t>
            </a: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Semana 6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2094667" y="4251960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Ocurrió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4708684"/>
            <a:ext cx="369951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Malentendido con amiga.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299" y="2419945"/>
            <a:ext cx="4515803" cy="4515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3435" y="4175165"/>
            <a:ext cx="369332" cy="46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9943386" y="303037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Sentí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943386" y="3487103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Triste y confundida.</a:t>
            </a:r>
            <a:endParaRPr lang="en-US" sz="1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299" y="2419945"/>
            <a:ext cx="4515803" cy="4515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44351" y="3234452"/>
            <a:ext cx="369332" cy="46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900" dirty="0"/>
          </a:p>
        </p:txBody>
      </p:sp>
      <p:sp>
        <p:nvSpPr>
          <p:cNvPr id="11" name="Text 7"/>
          <p:cNvSpPr/>
          <p:nvPr/>
        </p:nvSpPr>
        <p:spPr>
          <a:xfrm>
            <a:off x="9943386" y="5473422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Aprendí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9943386" y="5930146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Relaciones sanas con diálogo sincero.</a:t>
            </a:r>
            <a:endParaRPr lang="en-US" sz="1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299" y="2419945"/>
            <a:ext cx="4515803" cy="4515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73697" y="5931217"/>
            <a:ext cx="369332" cy="46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9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3B9064A-309A-4C67-9797-AAB0E4CB448C}"/>
              </a:ext>
            </a:extLst>
          </p:cNvPr>
          <p:cNvSpPr/>
          <p:nvPr/>
        </p:nvSpPr>
        <p:spPr>
          <a:xfrm>
            <a:off x="12684034" y="7498080"/>
            <a:ext cx="1959429" cy="7315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471970"/>
            <a:ext cx="4937760" cy="632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📍</a:t>
            </a: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Semana 10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140" y="2598063"/>
            <a:ext cx="2128838" cy="1345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5966" y="3218498"/>
            <a:ext cx="347186" cy="43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00794" y="2844879"/>
            <a:ext cx="232922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Ocurrió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00794" y="3301603"/>
            <a:ext cx="232922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Reflexión sobre quién soy.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15652" y="3959066"/>
            <a:ext cx="8489037" cy="15240"/>
          </a:xfrm>
          <a:prstGeom prst="roundRect">
            <a:avLst>
              <a:gd name="adj" fmla="val 68040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721" y="4005143"/>
            <a:ext cx="4257675" cy="13454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5966" y="4460796"/>
            <a:ext cx="347186" cy="43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6465213" y="4251960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Sentí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465213" y="4708684"/>
            <a:ext cx="275927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Más conectada conmigo misma.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280071" y="5366147"/>
            <a:ext cx="7424618" cy="15240"/>
          </a:xfrm>
          <a:prstGeom prst="roundRect">
            <a:avLst>
              <a:gd name="adj" fmla="val 68040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83" y="5412224"/>
            <a:ext cx="6386632" cy="13454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15847" y="5867876"/>
            <a:ext cx="347186" cy="43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7529632" y="5659041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Aprendí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7529632" y="6115764"/>
            <a:ext cx="286702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 tengo que encajar en moldes.</a:t>
            </a:r>
            <a:endParaRPr lang="en-US" sz="19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1327908-0A46-B790-151F-19D0D18793E2}"/>
              </a:ext>
            </a:extLst>
          </p:cNvPr>
          <p:cNvSpPr/>
          <p:nvPr/>
        </p:nvSpPr>
        <p:spPr>
          <a:xfrm>
            <a:off x="12670971" y="7511143"/>
            <a:ext cx="1959429" cy="7315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410295"/>
            <a:ext cx="4937760" cy="632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📍</a:t>
            </a: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Semana 12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64037" y="2536388"/>
            <a:ext cx="2150269" cy="1345406"/>
          </a:xfrm>
          <a:prstGeom prst="roundRect">
            <a:avLst>
              <a:gd name="adj" fmla="val 7707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1765578" y="2992041"/>
            <a:ext cx="347186" cy="43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61122" y="2783205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Ocurrió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261122" y="3239929"/>
            <a:ext cx="279201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 permití descansar sin culpa.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137654" y="3866555"/>
            <a:ext cx="10505361" cy="15240"/>
          </a:xfrm>
          <a:prstGeom prst="roundRect">
            <a:avLst>
              <a:gd name="adj" fmla="val 68040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864037" y="4005143"/>
            <a:ext cx="4300657" cy="1345406"/>
          </a:xfrm>
          <a:prstGeom prst="roundRect">
            <a:avLst>
              <a:gd name="adj" fmla="val 7707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2840712" y="4460796"/>
            <a:ext cx="347186" cy="43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411510" y="4251960"/>
            <a:ext cx="13923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Sentí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11510" y="4708684"/>
            <a:ext cx="13923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Ligera y en paz.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288042" y="5335310"/>
            <a:ext cx="8354973" cy="15240"/>
          </a:xfrm>
          <a:prstGeom prst="roundRect">
            <a:avLst>
              <a:gd name="adj" fmla="val 68040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864037" y="5473898"/>
            <a:ext cx="6451163" cy="1345406"/>
          </a:xfrm>
          <a:prstGeom prst="roundRect">
            <a:avLst>
              <a:gd name="adj" fmla="val 7707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3915966" y="5929551"/>
            <a:ext cx="347186" cy="43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7562017" y="5720715"/>
            <a:ext cx="190428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Aprendí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562017" y="6177439"/>
            <a:ext cx="190428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Cuidarme es avanzar.</a:t>
            </a:r>
            <a:endParaRPr lang="en-US" sz="19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E9EEA05-83FD-4B9A-9D33-7D9B10C3CD17}"/>
              </a:ext>
            </a:extLst>
          </p:cNvPr>
          <p:cNvSpPr/>
          <p:nvPr/>
        </p:nvSpPr>
        <p:spPr>
          <a:xfrm>
            <a:off x="12670971" y="7537269"/>
            <a:ext cx="1959429" cy="7315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621393"/>
            <a:ext cx="6114336" cy="632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🌟</a:t>
            </a: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Mi Proceso de Transformación</a:t>
            </a:r>
            <a:endParaRPr lang="en-US" sz="3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868" y="2667119"/>
            <a:ext cx="566499" cy="5664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63184" y="2770584"/>
            <a:ext cx="1481257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Crecimiento personal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1663184" y="3535918"/>
            <a:ext cx="148125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Más allá de metas académicas.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4714" y="2667119"/>
            <a:ext cx="566499" cy="5664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38030" y="2770584"/>
            <a:ext cx="148125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Más auténtica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4238030" y="3227308"/>
            <a:ext cx="148125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Más valiente y consciente.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9559" y="2667119"/>
            <a:ext cx="566499" cy="5664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12875" y="2770584"/>
            <a:ext cx="1481257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Cerca del propósito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6812875" y="3535918"/>
            <a:ext cx="148125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Cada semana, una mejor versión.</a:t>
            </a:r>
            <a:endParaRPr lang="en-US" sz="1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868" y="5257919"/>
            <a:ext cx="566499" cy="56649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663184" y="5361384"/>
            <a:ext cx="148125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Más fuerte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1663184" y="5818108"/>
            <a:ext cx="148125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Preparada para el futuro.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Microsoft Office PowerPoint</Application>
  <PresentationFormat>Personalizado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Patrick Hand</vt:lpstr>
      <vt:lpstr>Patrick Hand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Andres Alexander Huancahuari Quiñonez</cp:lastModifiedBy>
  <cp:revision>2</cp:revision>
  <dcterms:created xsi:type="dcterms:W3CDTF">2025-06-10T18:42:24Z</dcterms:created>
  <dcterms:modified xsi:type="dcterms:W3CDTF">2025-06-10T18:43:37Z</dcterms:modified>
</cp:coreProperties>
</file>