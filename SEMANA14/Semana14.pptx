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ed Hat Text" panose="020B0604020202020204" charset="0"/>
      <p:regular r:id="rId10"/>
    </p:embeddedFont>
    <p:embeddedFont>
      <p:font typeface="Roboto Bold" panose="02000000000000000000" pitchFamily="2" charset="0"/>
      <p:bold r:id="rId11"/>
    </p:embeddedFont>
    <p:embeddedFont>
      <p:font typeface="Roboto Light" panose="020F0502020204030204" pitchFamily="2" charset="0"/>
      <p:regular r:id="rId12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25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6958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Cuerpo en Movimiento, Código Consciente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3658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Presentado por Melanie Nieves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78881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Fecha: Noviembre 2024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5458897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744" y="5466517"/>
            <a:ext cx="367665" cy="3676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6687" y="5441037"/>
            <a:ext cx="4993958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Melanie Alejandra Nieves Chavez</a:t>
            </a:r>
            <a:endParaRPr lang="en-US" sz="23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E91AC9-0373-1238-7749-4E4EDD3F7693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1574483"/>
            <a:ext cx="9447014" cy="612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La Sinergia del Movimiento y el Aprendizaje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29020" y="2603778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Propósito de esta actividad: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9020" y="3010019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Reflexionar el impacto del movimiento físico.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9020" y="3416260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Mejorar aprendizaje y bienestar.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0" y="3957161"/>
            <a:ext cx="4274701" cy="249983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909" y="3957161"/>
            <a:ext cx="4274701" cy="249983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178" y="3957161"/>
            <a:ext cx="4274701" cy="249983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AE61FEC-AEFE-E37F-2BF6-E9DB58BAAD59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98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530" y="3537109"/>
            <a:ext cx="8919924" cy="68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 Cuerpo, Mi Guía en el Aprendizaje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811530" y="4566761"/>
            <a:ext cx="13007340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 experiencia personal de bienestar.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1530" y="5314236"/>
            <a:ext cx="3034427" cy="7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64763" y="636901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Energía Recargada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1530" y="6848951"/>
            <a:ext cx="3034427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Más vitalidad tras el ejercicio.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35755" y="5314236"/>
            <a:ext cx="3034546" cy="7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289108" y="636901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Enfoque Agudizado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135755" y="6848951"/>
            <a:ext cx="3034546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Mayor concentración post-actividad.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60099" y="5314236"/>
            <a:ext cx="3034427" cy="7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7613333" y="636901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Adiós Tensión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460099" y="6848951"/>
            <a:ext cx="3034427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Menos fatiga al estudiar.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784324" y="5314236"/>
            <a:ext cx="3034546" cy="7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60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0937677" y="636901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Movimiento Diario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784324" y="6848951"/>
            <a:ext cx="3034546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Pequeños cambios, gran impacto.</a:t>
            </a:r>
            <a:endParaRPr lang="en-US" sz="18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75A092-8A30-0D14-511D-6BE4BB1DA605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7667" y="480179"/>
            <a:ext cx="6723817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Escuchando a Mi Cuerpo al Codificar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7667" y="1255633"/>
            <a:ext cx="79214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impacto de la actividad física en mi estado.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7667" y="1731526"/>
            <a:ext cx="7921466" cy="1374338"/>
          </a:xfrm>
          <a:prstGeom prst="roundRect">
            <a:avLst>
              <a:gd name="adj" fmla="val 1906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272213" y="1906072"/>
            <a:ext cx="205466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Sensaciones Físicas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72213" y="2267664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Menos rigidez, más soltura.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72213" y="2651879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Flujo sanguíneo mejorado.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97667" y="3280410"/>
            <a:ext cx="7921466" cy="1374338"/>
          </a:xfrm>
          <a:prstGeom prst="roundRect">
            <a:avLst>
              <a:gd name="adj" fmla="val 1906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6272213" y="3454956"/>
            <a:ext cx="205466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Energía y Enfoque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72213" y="3816548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Claridad mental post-ejercicio.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72213" y="4200763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Concentración sostenida.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97667" y="4829294"/>
            <a:ext cx="7921466" cy="1374338"/>
          </a:xfrm>
          <a:prstGeom prst="roundRect">
            <a:avLst>
              <a:gd name="adj" fmla="val 1906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6272213" y="5003840"/>
            <a:ext cx="205466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Signos de Fatiga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72213" y="5365432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Alivio de tensión en hombros y cuello.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72213" y="5749647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Reducción de fatiga visual.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97667" y="6378178"/>
            <a:ext cx="7921466" cy="1374338"/>
          </a:xfrm>
          <a:prstGeom prst="roundRect">
            <a:avLst>
              <a:gd name="adj" fmla="val 1906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6272213" y="6552724"/>
            <a:ext cx="2440067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Integración de Movimiento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72213" y="6914317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Pausas activas cada hora.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72213" y="7298531"/>
            <a:ext cx="75723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Caminatas cortas para despejarme.</a:t>
            </a:r>
            <a:endParaRPr lang="en-US" sz="135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109D705-ED7B-D75E-DF3C-CE74AAC46DD0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855" y="617815"/>
            <a:ext cx="6894195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 Plan de Bienestar: ¡Acción!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71855" y="1614368"/>
            <a:ext cx="7573089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Compromisos para una rutina más activa.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55" y="2225873"/>
            <a:ext cx="1122045" cy="13464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8214" y="2450187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Caminatas Diarias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618214" y="2914769"/>
            <a:ext cx="6226731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30 minutos, tres veces por semana.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855" y="3572351"/>
            <a:ext cx="1122045" cy="13464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8214" y="3796665"/>
            <a:ext cx="284642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Estiramientos Matutinos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618214" y="4261247"/>
            <a:ext cx="6226731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 minutos al despertar.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855" y="4918829"/>
            <a:ext cx="1122045" cy="13464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8214" y="5143143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Horario Tentativo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618214" y="5607725"/>
            <a:ext cx="6226731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Lunes, Miércoles, Viernes por la tarde.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855" y="6265307"/>
            <a:ext cx="1122045" cy="134647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8214" y="6489621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 Gran Razón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7618214" y="6954202"/>
            <a:ext cx="6226731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Prevenir el agotamiento y potenciar mi mente.</a:t>
            </a:r>
            <a:endParaRPr lang="en-US" sz="175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4F3A3BF-64C8-0833-1CA6-4EB589C93602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949" y="591860"/>
            <a:ext cx="66392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Cierre: Un Futuro en Equilibrio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37949" y="1528167"/>
            <a:ext cx="766810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bienestar físico es clave para el éxito tecnológico.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37949" y="2102644"/>
            <a:ext cx="210860" cy="1265158"/>
          </a:xfrm>
          <a:prstGeom prst="roundRect">
            <a:avLst>
              <a:gd name="adj" fmla="val 1500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159669" y="2313503"/>
            <a:ext cx="24806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Cuerpo Sano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59669" y="2750106"/>
            <a:ext cx="7246382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Mente Activa.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54179" y="3525917"/>
            <a:ext cx="210860" cy="1265158"/>
          </a:xfrm>
          <a:prstGeom prst="roundRect">
            <a:avLst>
              <a:gd name="adj" fmla="val 1500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1475899" y="3736777"/>
            <a:ext cx="24806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Mayor Resistencia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475899" y="4173379"/>
            <a:ext cx="6930152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Ante el estrés del estudio.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370528" y="4949190"/>
            <a:ext cx="210860" cy="1265158"/>
          </a:xfrm>
          <a:prstGeom prst="roundRect">
            <a:avLst>
              <a:gd name="adj" fmla="val 1500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1792248" y="5160050"/>
            <a:ext cx="24806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Creatividad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792248" y="5596652"/>
            <a:ext cx="661380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Potenciada por el movimiento.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686758" y="6372463"/>
            <a:ext cx="210860" cy="1265158"/>
          </a:xfrm>
          <a:prstGeom prst="roundRect">
            <a:avLst>
              <a:gd name="adj" fmla="val 1500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2108478" y="6583323"/>
            <a:ext cx="24806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Éxito Integral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2108478" y="7019925"/>
            <a:ext cx="629757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mis estudios y vida.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246" y="351949"/>
            <a:ext cx="300037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 Viaje al Bienestar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6246" y="982028"/>
            <a:ext cx="13737908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 vistazo a mi participación.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46" y="1329333"/>
            <a:ext cx="3187898" cy="1970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61661" y="1329333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 Acción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761661" y="1593294"/>
            <a:ext cx="10422493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Disfrutando la actividad física.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46" y="3618309"/>
            <a:ext cx="3187898" cy="19702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61661" y="3618309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Momento de Calma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761661" y="3882271"/>
            <a:ext cx="10422493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Respirando y relajándome.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46" y="5907286"/>
            <a:ext cx="3187898" cy="19702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61661" y="5907286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Reflexionando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761661" y="6171248"/>
            <a:ext cx="10422493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Conectando cuerpo y mente.</a:t>
            </a:r>
            <a:endParaRPr lang="en-US" sz="10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2566069-C1D6-A96B-475C-4AAF53AB2F07}"/>
              </a:ext>
            </a:extLst>
          </p:cNvPr>
          <p:cNvSpPr/>
          <p:nvPr/>
        </p:nvSpPr>
        <p:spPr>
          <a:xfrm>
            <a:off x="12737054" y="7691718"/>
            <a:ext cx="1818042" cy="462578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</Words>
  <Application>Microsoft Office PowerPoint</Application>
  <PresentationFormat>Personalizado</PresentationFormat>
  <Paragraphs>71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Red Hat Text</vt:lpstr>
      <vt:lpstr>Roboto Bold</vt:lpstr>
      <vt:lpstr>Roboto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Kenny Palacin C.</cp:lastModifiedBy>
  <cp:revision>2</cp:revision>
  <dcterms:created xsi:type="dcterms:W3CDTF">2025-06-17T18:39:38Z</dcterms:created>
  <dcterms:modified xsi:type="dcterms:W3CDTF">2025-06-17T18:42:08Z</dcterms:modified>
</cp:coreProperties>
</file>